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2" r:id="rId5"/>
    <p:sldId id="268" r:id="rId6"/>
    <p:sldId id="270" r:id="rId7"/>
    <p:sldId id="263" r:id="rId8"/>
    <p:sldId id="264" r:id="rId9"/>
    <p:sldId id="269" r:id="rId10"/>
    <p:sldId id="259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372A94-ADBD-4411-95C8-637366B00110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40C286-08D0-4E56-898A-6F81A4103BD0}">
      <dgm:prSet/>
      <dgm:spPr/>
      <dgm:t>
        <a:bodyPr/>
        <a:lstStyle/>
        <a:p>
          <a:r>
            <a:rPr lang="en-US"/>
            <a:t>Daniel Huynh</a:t>
          </a:r>
        </a:p>
      </dgm:t>
    </dgm:pt>
    <dgm:pt modelId="{4BB9609D-0FD4-4DAA-9D9F-1E1E782E55A4}" type="parTrans" cxnId="{A4AB7A0E-3B64-4F5E-AF11-571FA9B36DDC}">
      <dgm:prSet/>
      <dgm:spPr/>
      <dgm:t>
        <a:bodyPr/>
        <a:lstStyle/>
        <a:p>
          <a:endParaRPr lang="en-US"/>
        </a:p>
      </dgm:t>
    </dgm:pt>
    <dgm:pt modelId="{09E9132A-7025-4383-9A0C-3C3DFE9EDF93}" type="sibTrans" cxnId="{A4AB7A0E-3B64-4F5E-AF11-571FA9B36DDC}">
      <dgm:prSet/>
      <dgm:spPr/>
      <dgm:t>
        <a:bodyPr/>
        <a:lstStyle/>
        <a:p>
          <a:endParaRPr lang="en-US"/>
        </a:p>
      </dgm:t>
    </dgm:pt>
    <dgm:pt modelId="{E17F2D90-D9AE-447C-ACE8-0B340EC4E4C6}">
      <dgm:prSet/>
      <dgm:spPr/>
      <dgm:t>
        <a:bodyPr/>
        <a:lstStyle/>
        <a:p>
          <a:r>
            <a:rPr lang="en-US"/>
            <a:t>Database</a:t>
          </a:r>
        </a:p>
      </dgm:t>
    </dgm:pt>
    <dgm:pt modelId="{E6055FF2-A0DA-488D-BA28-B353DD9E7CFC}" type="parTrans" cxnId="{6E4F2DBD-1E3F-420E-9CFB-B6DBBAADF6B3}">
      <dgm:prSet/>
      <dgm:spPr/>
      <dgm:t>
        <a:bodyPr/>
        <a:lstStyle/>
        <a:p>
          <a:endParaRPr lang="en-US"/>
        </a:p>
      </dgm:t>
    </dgm:pt>
    <dgm:pt modelId="{0AC3E2F4-D7C3-47F9-8A88-6D015468DA20}" type="sibTrans" cxnId="{6E4F2DBD-1E3F-420E-9CFB-B6DBBAADF6B3}">
      <dgm:prSet/>
      <dgm:spPr/>
      <dgm:t>
        <a:bodyPr/>
        <a:lstStyle/>
        <a:p>
          <a:endParaRPr lang="en-US"/>
        </a:p>
      </dgm:t>
    </dgm:pt>
    <dgm:pt modelId="{20FB4B42-2282-411A-9335-44AD4298E6E8}">
      <dgm:prSet/>
      <dgm:spPr/>
      <dgm:t>
        <a:bodyPr/>
        <a:lstStyle/>
        <a:p>
          <a:r>
            <a:rPr lang="en-US"/>
            <a:t>Security</a:t>
          </a:r>
        </a:p>
      </dgm:t>
    </dgm:pt>
    <dgm:pt modelId="{89E53929-963C-48C2-B91F-A7035B1F23FB}" type="parTrans" cxnId="{28A52B25-C195-4CCD-97D9-031F5DDA3CEF}">
      <dgm:prSet/>
      <dgm:spPr/>
      <dgm:t>
        <a:bodyPr/>
        <a:lstStyle/>
        <a:p>
          <a:endParaRPr lang="en-US"/>
        </a:p>
      </dgm:t>
    </dgm:pt>
    <dgm:pt modelId="{9AC730A9-B54E-439E-B146-0792D63528AD}" type="sibTrans" cxnId="{28A52B25-C195-4CCD-97D9-031F5DDA3CEF}">
      <dgm:prSet/>
      <dgm:spPr/>
      <dgm:t>
        <a:bodyPr/>
        <a:lstStyle/>
        <a:p>
          <a:endParaRPr lang="en-US"/>
        </a:p>
      </dgm:t>
    </dgm:pt>
    <dgm:pt modelId="{D05189F6-ECE6-46DB-900E-9D26A115D5D6}">
      <dgm:prSet/>
      <dgm:spPr/>
      <dgm:t>
        <a:bodyPr/>
        <a:lstStyle/>
        <a:p>
          <a:r>
            <a:rPr lang="en-US"/>
            <a:t>Deployment</a:t>
          </a:r>
        </a:p>
      </dgm:t>
    </dgm:pt>
    <dgm:pt modelId="{BBA44A14-35D5-4066-A5DE-D4D368A94EE8}" type="parTrans" cxnId="{3090BF59-96A4-48B5-90DD-6C4883F766ED}">
      <dgm:prSet/>
      <dgm:spPr/>
      <dgm:t>
        <a:bodyPr/>
        <a:lstStyle/>
        <a:p>
          <a:endParaRPr lang="en-US"/>
        </a:p>
      </dgm:t>
    </dgm:pt>
    <dgm:pt modelId="{2B89E266-19D1-437D-82B4-7622437584C2}" type="sibTrans" cxnId="{3090BF59-96A4-48B5-90DD-6C4883F766ED}">
      <dgm:prSet/>
      <dgm:spPr/>
      <dgm:t>
        <a:bodyPr/>
        <a:lstStyle/>
        <a:p>
          <a:endParaRPr lang="en-US"/>
        </a:p>
      </dgm:t>
    </dgm:pt>
    <dgm:pt modelId="{23A9778C-EFE9-4718-B86D-C3F1CB8BE1B1}">
      <dgm:prSet/>
      <dgm:spPr/>
      <dgm:t>
        <a:bodyPr/>
        <a:lstStyle/>
        <a:p>
          <a:r>
            <a:rPr lang="en-US"/>
            <a:t>Jack McGowan</a:t>
          </a:r>
        </a:p>
      </dgm:t>
    </dgm:pt>
    <dgm:pt modelId="{44783533-3A27-4133-B76D-B6801331DE08}" type="parTrans" cxnId="{85CE1858-2106-40F9-A65F-9FB98839DDBA}">
      <dgm:prSet/>
      <dgm:spPr/>
      <dgm:t>
        <a:bodyPr/>
        <a:lstStyle/>
        <a:p>
          <a:endParaRPr lang="en-US"/>
        </a:p>
      </dgm:t>
    </dgm:pt>
    <dgm:pt modelId="{091335A4-22B8-4FDB-866B-F10E2E13439C}" type="sibTrans" cxnId="{85CE1858-2106-40F9-A65F-9FB98839DDBA}">
      <dgm:prSet/>
      <dgm:spPr/>
      <dgm:t>
        <a:bodyPr/>
        <a:lstStyle/>
        <a:p>
          <a:endParaRPr lang="en-US"/>
        </a:p>
      </dgm:t>
    </dgm:pt>
    <dgm:pt modelId="{E47A382B-9B45-4B8B-8F98-94F2F92199AB}">
      <dgm:prSet/>
      <dgm:spPr/>
      <dgm:t>
        <a:bodyPr/>
        <a:lstStyle/>
        <a:p>
          <a:r>
            <a:rPr lang="en-US"/>
            <a:t>Business Logic</a:t>
          </a:r>
        </a:p>
      </dgm:t>
    </dgm:pt>
    <dgm:pt modelId="{E0EFDE95-F6F7-4CCD-B013-171339E12E71}" type="parTrans" cxnId="{723C6EBD-5740-4142-A6B5-9002A39579D8}">
      <dgm:prSet/>
      <dgm:spPr/>
      <dgm:t>
        <a:bodyPr/>
        <a:lstStyle/>
        <a:p>
          <a:endParaRPr lang="en-US"/>
        </a:p>
      </dgm:t>
    </dgm:pt>
    <dgm:pt modelId="{88D183A2-909B-4653-B490-722FC15B8923}" type="sibTrans" cxnId="{723C6EBD-5740-4142-A6B5-9002A39579D8}">
      <dgm:prSet/>
      <dgm:spPr/>
      <dgm:t>
        <a:bodyPr/>
        <a:lstStyle/>
        <a:p>
          <a:endParaRPr lang="en-US"/>
        </a:p>
      </dgm:t>
    </dgm:pt>
    <dgm:pt modelId="{BF29F3DF-9F67-4D02-B501-D1B1771E91C5}">
      <dgm:prSet/>
      <dgm:spPr/>
      <dgm:t>
        <a:bodyPr/>
        <a:lstStyle/>
        <a:p>
          <a:r>
            <a:rPr lang="en-US"/>
            <a:t>External Integration</a:t>
          </a:r>
        </a:p>
      </dgm:t>
    </dgm:pt>
    <dgm:pt modelId="{ED46152E-B703-4649-A3B8-1686ADF2E652}" type="parTrans" cxnId="{8F8E52E1-100F-47EB-91DE-F596A8B87C96}">
      <dgm:prSet/>
      <dgm:spPr/>
      <dgm:t>
        <a:bodyPr/>
        <a:lstStyle/>
        <a:p>
          <a:endParaRPr lang="en-US"/>
        </a:p>
      </dgm:t>
    </dgm:pt>
    <dgm:pt modelId="{EE1C49E9-6B1C-4891-AC07-CE97A77B2061}" type="sibTrans" cxnId="{8F8E52E1-100F-47EB-91DE-F596A8B87C96}">
      <dgm:prSet/>
      <dgm:spPr/>
      <dgm:t>
        <a:bodyPr/>
        <a:lstStyle/>
        <a:p>
          <a:endParaRPr lang="en-US"/>
        </a:p>
      </dgm:t>
    </dgm:pt>
    <dgm:pt modelId="{066ED52C-F8AF-474F-8E7F-3D32D0A0EFDF}" type="pres">
      <dgm:prSet presAssocID="{EA372A94-ADBD-4411-95C8-637366B00110}" presName="Name0" presStyleCnt="0">
        <dgm:presLayoutVars>
          <dgm:dir/>
          <dgm:animLvl val="lvl"/>
          <dgm:resizeHandles val="exact"/>
        </dgm:presLayoutVars>
      </dgm:prSet>
      <dgm:spPr/>
    </dgm:pt>
    <dgm:pt modelId="{C31A656E-84F3-4DFA-A0FB-7F9984EE5355}" type="pres">
      <dgm:prSet presAssocID="{E940C286-08D0-4E56-898A-6F81A4103BD0}" presName="composite" presStyleCnt="0"/>
      <dgm:spPr/>
    </dgm:pt>
    <dgm:pt modelId="{AF0300E3-2714-4D03-8DBE-C1BBBDE64564}" type="pres">
      <dgm:prSet presAssocID="{E940C286-08D0-4E56-898A-6F81A4103BD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777427-633E-4F12-84BA-BAE68C03AB24}" type="pres">
      <dgm:prSet presAssocID="{E940C286-08D0-4E56-898A-6F81A4103BD0}" presName="desTx" presStyleLbl="alignAccFollowNode1" presStyleIdx="0" presStyleCnt="2">
        <dgm:presLayoutVars>
          <dgm:bulletEnabled val="1"/>
        </dgm:presLayoutVars>
      </dgm:prSet>
      <dgm:spPr/>
    </dgm:pt>
    <dgm:pt modelId="{D606DA90-AB63-47A5-8BED-E2CE9FF5E1FA}" type="pres">
      <dgm:prSet presAssocID="{09E9132A-7025-4383-9A0C-3C3DFE9EDF93}" presName="space" presStyleCnt="0"/>
      <dgm:spPr/>
    </dgm:pt>
    <dgm:pt modelId="{2B80E858-2A3D-47FB-A86B-BDE6CCD34171}" type="pres">
      <dgm:prSet presAssocID="{23A9778C-EFE9-4718-B86D-C3F1CB8BE1B1}" presName="composite" presStyleCnt="0"/>
      <dgm:spPr/>
    </dgm:pt>
    <dgm:pt modelId="{A9FA5131-A9F6-4D1D-B1F4-9ABD885F8275}" type="pres">
      <dgm:prSet presAssocID="{23A9778C-EFE9-4718-B86D-C3F1CB8BE1B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6957E8F-0E16-40FF-9FAA-8FF2E91D22D5}" type="pres">
      <dgm:prSet presAssocID="{23A9778C-EFE9-4718-B86D-C3F1CB8BE1B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4AB7A0E-3B64-4F5E-AF11-571FA9B36DDC}" srcId="{EA372A94-ADBD-4411-95C8-637366B00110}" destId="{E940C286-08D0-4E56-898A-6F81A4103BD0}" srcOrd="0" destOrd="0" parTransId="{4BB9609D-0FD4-4DAA-9D9F-1E1E782E55A4}" sibTransId="{09E9132A-7025-4383-9A0C-3C3DFE9EDF93}"/>
    <dgm:cxn modelId="{B7F85F10-84AD-487A-A4D8-702CAB103D77}" type="presOf" srcId="{D05189F6-ECE6-46DB-900E-9D26A115D5D6}" destId="{20777427-633E-4F12-84BA-BAE68C03AB24}" srcOrd="0" destOrd="2" presId="urn:microsoft.com/office/officeart/2005/8/layout/hList1"/>
    <dgm:cxn modelId="{28A52B25-C195-4CCD-97D9-031F5DDA3CEF}" srcId="{E940C286-08D0-4E56-898A-6F81A4103BD0}" destId="{20FB4B42-2282-411A-9335-44AD4298E6E8}" srcOrd="1" destOrd="0" parTransId="{89E53929-963C-48C2-B91F-A7035B1F23FB}" sibTransId="{9AC730A9-B54E-439E-B146-0792D63528AD}"/>
    <dgm:cxn modelId="{E4E22326-D172-4F96-B271-52007340029E}" type="presOf" srcId="{23A9778C-EFE9-4718-B86D-C3F1CB8BE1B1}" destId="{A9FA5131-A9F6-4D1D-B1F4-9ABD885F8275}" srcOrd="0" destOrd="0" presId="urn:microsoft.com/office/officeart/2005/8/layout/hList1"/>
    <dgm:cxn modelId="{2FBC562A-6B86-40E6-BA92-9C950CB9F885}" type="presOf" srcId="{EA372A94-ADBD-4411-95C8-637366B00110}" destId="{066ED52C-F8AF-474F-8E7F-3D32D0A0EFDF}" srcOrd="0" destOrd="0" presId="urn:microsoft.com/office/officeart/2005/8/layout/hList1"/>
    <dgm:cxn modelId="{14E06163-89E5-4F90-90E1-207CBBA673C4}" type="presOf" srcId="{E940C286-08D0-4E56-898A-6F81A4103BD0}" destId="{AF0300E3-2714-4D03-8DBE-C1BBBDE64564}" srcOrd="0" destOrd="0" presId="urn:microsoft.com/office/officeart/2005/8/layout/hList1"/>
    <dgm:cxn modelId="{A8848B72-4E67-426D-A1E7-5E04F0451283}" type="presOf" srcId="{E47A382B-9B45-4B8B-8F98-94F2F92199AB}" destId="{E6957E8F-0E16-40FF-9FAA-8FF2E91D22D5}" srcOrd="0" destOrd="0" presId="urn:microsoft.com/office/officeart/2005/8/layout/hList1"/>
    <dgm:cxn modelId="{85CE1858-2106-40F9-A65F-9FB98839DDBA}" srcId="{EA372A94-ADBD-4411-95C8-637366B00110}" destId="{23A9778C-EFE9-4718-B86D-C3F1CB8BE1B1}" srcOrd="1" destOrd="0" parTransId="{44783533-3A27-4133-B76D-B6801331DE08}" sibTransId="{091335A4-22B8-4FDB-866B-F10E2E13439C}"/>
    <dgm:cxn modelId="{50D73978-88D3-445F-B27E-A0958F08B6B5}" type="presOf" srcId="{20FB4B42-2282-411A-9335-44AD4298E6E8}" destId="{20777427-633E-4F12-84BA-BAE68C03AB24}" srcOrd="0" destOrd="1" presId="urn:microsoft.com/office/officeart/2005/8/layout/hList1"/>
    <dgm:cxn modelId="{3090BF59-96A4-48B5-90DD-6C4883F766ED}" srcId="{E940C286-08D0-4E56-898A-6F81A4103BD0}" destId="{D05189F6-ECE6-46DB-900E-9D26A115D5D6}" srcOrd="2" destOrd="0" parTransId="{BBA44A14-35D5-4066-A5DE-D4D368A94EE8}" sibTransId="{2B89E266-19D1-437D-82B4-7622437584C2}"/>
    <dgm:cxn modelId="{0997209A-5583-44D3-9AD2-9B2A1750EF50}" type="presOf" srcId="{E17F2D90-D9AE-447C-ACE8-0B340EC4E4C6}" destId="{20777427-633E-4F12-84BA-BAE68C03AB24}" srcOrd="0" destOrd="0" presId="urn:microsoft.com/office/officeart/2005/8/layout/hList1"/>
    <dgm:cxn modelId="{6E4F2DBD-1E3F-420E-9CFB-B6DBBAADF6B3}" srcId="{E940C286-08D0-4E56-898A-6F81A4103BD0}" destId="{E17F2D90-D9AE-447C-ACE8-0B340EC4E4C6}" srcOrd="0" destOrd="0" parTransId="{E6055FF2-A0DA-488D-BA28-B353DD9E7CFC}" sibTransId="{0AC3E2F4-D7C3-47F9-8A88-6D015468DA20}"/>
    <dgm:cxn modelId="{723C6EBD-5740-4142-A6B5-9002A39579D8}" srcId="{23A9778C-EFE9-4718-B86D-C3F1CB8BE1B1}" destId="{E47A382B-9B45-4B8B-8F98-94F2F92199AB}" srcOrd="0" destOrd="0" parTransId="{E0EFDE95-F6F7-4CCD-B013-171339E12E71}" sibTransId="{88D183A2-909B-4653-B490-722FC15B8923}"/>
    <dgm:cxn modelId="{9D15B9BD-86C4-4117-A999-214D95F93927}" type="presOf" srcId="{BF29F3DF-9F67-4D02-B501-D1B1771E91C5}" destId="{E6957E8F-0E16-40FF-9FAA-8FF2E91D22D5}" srcOrd="0" destOrd="1" presId="urn:microsoft.com/office/officeart/2005/8/layout/hList1"/>
    <dgm:cxn modelId="{8F8E52E1-100F-47EB-91DE-F596A8B87C96}" srcId="{23A9778C-EFE9-4718-B86D-C3F1CB8BE1B1}" destId="{BF29F3DF-9F67-4D02-B501-D1B1771E91C5}" srcOrd="1" destOrd="0" parTransId="{ED46152E-B703-4649-A3B8-1686ADF2E652}" sibTransId="{EE1C49E9-6B1C-4891-AC07-CE97A77B2061}"/>
    <dgm:cxn modelId="{8118A0B0-2E2B-448B-9AFA-ACE612EA6467}" type="presParOf" srcId="{066ED52C-F8AF-474F-8E7F-3D32D0A0EFDF}" destId="{C31A656E-84F3-4DFA-A0FB-7F9984EE5355}" srcOrd="0" destOrd="0" presId="urn:microsoft.com/office/officeart/2005/8/layout/hList1"/>
    <dgm:cxn modelId="{D6AEFC62-5522-4568-A070-DE7C580383F2}" type="presParOf" srcId="{C31A656E-84F3-4DFA-A0FB-7F9984EE5355}" destId="{AF0300E3-2714-4D03-8DBE-C1BBBDE64564}" srcOrd="0" destOrd="0" presId="urn:microsoft.com/office/officeart/2005/8/layout/hList1"/>
    <dgm:cxn modelId="{52AEE2FF-1543-41FF-BE5C-FC2D742AFEA6}" type="presParOf" srcId="{C31A656E-84F3-4DFA-A0FB-7F9984EE5355}" destId="{20777427-633E-4F12-84BA-BAE68C03AB24}" srcOrd="1" destOrd="0" presId="urn:microsoft.com/office/officeart/2005/8/layout/hList1"/>
    <dgm:cxn modelId="{2A928D50-3D08-4BE0-B5F4-99FF9CDC3178}" type="presParOf" srcId="{066ED52C-F8AF-474F-8E7F-3D32D0A0EFDF}" destId="{D606DA90-AB63-47A5-8BED-E2CE9FF5E1FA}" srcOrd="1" destOrd="0" presId="urn:microsoft.com/office/officeart/2005/8/layout/hList1"/>
    <dgm:cxn modelId="{CF4E4891-8BF2-4C67-B5A8-7B7B77CDFD98}" type="presParOf" srcId="{066ED52C-F8AF-474F-8E7F-3D32D0A0EFDF}" destId="{2B80E858-2A3D-47FB-A86B-BDE6CCD34171}" srcOrd="2" destOrd="0" presId="urn:microsoft.com/office/officeart/2005/8/layout/hList1"/>
    <dgm:cxn modelId="{9EE61CF5-C2E4-4471-AEE8-E8FEAD9C7658}" type="presParOf" srcId="{2B80E858-2A3D-47FB-A86B-BDE6CCD34171}" destId="{A9FA5131-A9F6-4D1D-B1F4-9ABD885F8275}" srcOrd="0" destOrd="0" presId="urn:microsoft.com/office/officeart/2005/8/layout/hList1"/>
    <dgm:cxn modelId="{08E1A4C0-DA9C-479F-9910-1824D5DA0C28}" type="presParOf" srcId="{2B80E858-2A3D-47FB-A86B-BDE6CCD34171}" destId="{E6957E8F-0E16-40FF-9FAA-8FF2E91D22D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00EC06-500C-4F50-83F8-05B263F7B531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6A8663E-B877-4373-BC22-61656329F610}">
      <dgm:prSet/>
      <dgm:spPr/>
      <dgm:t>
        <a:bodyPr/>
        <a:lstStyle/>
        <a:p>
          <a:r>
            <a:rPr lang="en-US"/>
            <a:t>Appointment resource placement</a:t>
          </a:r>
        </a:p>
      </dgm:t>
    </dgm:pt>
    <dgm:pt modelId="{E82C5C1A-0E27-4068-915F-BA3EB1EF66D9}" type="parTrans" cxnId="{FFBB3734-C9FB-4949-8DEF-40CE1ED1D755}">
      <dgm:prSet/>
      <dgm:spPr/>
      <dgm:t>
        <a:bodyPr/>
        <a:lstStyle/>
        <a:p>
          <a:endParaRPr lang="en-US"/>
        </a:p>
      </dgm:t>
    </dgm:pt>
    <dgm:pt modelId="{8C09D2B7-FDB6-467C-BCE8-9B4CAFCFE00C}" type="sibTrans" cxnId="{FFBB3734-C9FB-4949-8DEF-40CE1ED1D755}">
      <dgm:prSet/>
      <dgm:spPr/>
      <dgm:t>
        <a:bodyPr/>
        <a:lstStyle/>
        <a:p>
          <a:endParaRPr lang="en-US"/>
        </a:p>
      </dgm:t>
    </dgm:pt>
    <dgm:pt modelId="{FC3AE1FD-AC66-440E-8682-39C061A4546E}">
      <dgm:prSet/>
      <dgm:spPr/>
      <dgm:t>
        <a:bodyPr/>
        <a:lstStyle/>
        <a:p>
          <a:r>
            <a:rPr lang="en-US"/>
            <a:t>Could have belonged under patients or clinics</a:t>
          </a:r>
        </a:p>
      </dgm:t>
    </dgm:pt>
    <dgm:pt modelId="{04F75762-8522-4616-8453-31D82A2D4F0B}" type="parTrans" cxnId="{89FDC67F-ECA4-4A45-A39F-F8EE5ABD6F0F}">
      <dgm:prSet/>
      <dgm:spPr/>
      <dgm:t>
        <a:bodyPr/>
        <a:lstStyle/>
        <a:p>
          <a:endParaRPr lang="en-US"/>
        </a:p>
      </dgm:t>
    </dgm:pt>
    <dgm:pt modelId="{A9337DA6-0E06-49F5-82FA-B44C921C0545}" type="sibTrans" cxnId="{89FDC67F-ECA4-4A45-A39F-F8EE5ABD6F0F}">
      <dgm:prSet/>
      <dgm:spPr/>
      <dgm:t>
        <a:bodyPr/>
        <a:lstStyle/>
        <a:p>
          <a:endParaRPr lang="en-US"/>
        </a:p>
      </dgm:t>
    </dgm:pt>
    <dgm:pt modelId="{B60BAB27-2EDB-46FC-AEDD-855B2FFA9121}">
      <dgm:prSet/>
      <dgm:spPr/>
      <dgm:t>
        <a:bodyPr/>
        <a:lstStyle/>
        <a:p>
          <a:r>
            <a:rPr lang="en-US"/>
            <a:t>Neither felt correct so went with top-level resource</a:t>
          </a:r>
        </a:p>
      </dgm:t>
    </dgm:pt>
    <dgm:pt modelId="{1465E5BF-2880-45A0-9275-98FCE504D471}" type="parTrans" cxnId="{CAC5A7DA-265B-4648-A8DC-0716D6D09606}">
      <dgm:prSet/>
      <dgm:spPr/>
      <dgm:t>
        <a:bodyPr/>
        <a:lstStyle/>
        <a:p>
          <a:endParaRPr lang="en-US"/>
        </a:p>
      </dgm:t>
    </dgm:pt>
    <dgm:pt modelId="{9D2FB011-55F5-44B9-888A-AEE4E2267A29}" type="sibTrans" cxnId="{CAC5A7DA-265B-4648-A8DC-0716D6D09606}">
      <dgm:prSet/>
      <dgm:spPr/>
      <dgm:t>
        <a:bodyPr/>
        <a:lstStyle/>
        <a:p>
          <a:endParaRPr lang="en-US"/>
        </a:p>
      </dgm:t>
    </dgm:pt>
    <dgm:pt modelId="{52B7AC11-4B08-4724-8C7A-8E1E46BBFD8A}">
      <dgm:prSet/>
      <dgm:spPr/>
      <dgm:t>
        <a:bodyPr/>
        <a:lstStyle/>
        <a:p>
          <a:r>
            <a:rPr lang="en-US"/>
            <a:t>Deploying a database</a:t>
          </a:r>
        </a:p>
      </dgm:t>
    </dgm:pt>
    <dgm:pt modelId="{4FAB6FA8-0435-4A7C-8EF2-042C061014A2}" type="parTrans" cxnId="{AB9E6151-34AF-42FF-8463-D70A4D99E2D7}">
      <dgm:prSet/>
      <dgm:spPr/>
      <dgm:t>
        <a:bodyPr/>
        <a:lstStyle/>
        <a:p>
          <a:endParaRPr lang="en-US"/>
        </a:p>
      </dgm:t>
    </dgm:pt>
    <dgm:pt modelId="{D545B292-8850-4754-ADF4-B9EE33946C74}" type="sibTrans" cxnId="{AB9E6151-34AF-42FF-8463-D70A4D99E2D7}">
      <dgm:prSet/>
      <dgm:spPr/>
      <dgm:t>
        <a:bodyPr/>
        <a:lstStyle/>
        <a:p>
          <a:endParaRPr lang="en-US"/>
        </a:p>
      </dgm:t>
    </dgm:pt>
    <dgm:pt modelId="{56BD0C54-7449-46BE-87B7-6ED6712D236B}">
      <dgm:prSet/>
      <dgm:spPr/>
      <dgm:t>
        <a:bodyPr/>
        <a:lstStyle/>
        <a:p>
          <a:r>
            <a:rPr lang="en-US"/>
            <a:t>Didn’t go over in class</a:t>
          </a:r>
        </a:p>
      </dgm:t>
    </dgm:pt>
    <dgm:pt modelId="{C8A506E2-D22E-4170-97AE-152FEB6B1AAD}" type="parTrans" cxnId="{2B76EEF3-895F-4937-996B-3AA4C66147D2}">
      <dgm:prSet/>
      <dgm:spPr/>
      <dgm:t>
        <a:bodyPr/>
        <a:lstStyle/>
        <a:p>
          <a:endParaRPr lang="en-US"/>
        </a:p>
      </dgm:t>
    </dgm:pt>
    <dgm:pt modelId="{3553B647-A368-4F0C-B1C0-60A11309B00E}" type="sibTrans" cxnId="{2B76EEF3-895F-4937-996B-3AA4C66147D2}">
      <dgm:prSet/>
      <dgm:spPr/>
      <dgm:t>
        <a:bodyPr/>
        <a:lstStyle/>
        <a:p>
          <a:endParaRPr lang="en-US"/>
        </a:p>
      </dgm:t>
    </dgm:pt>
    <dgm:pt modelId="{528FD3BC-6465-4C92-A737-01D7B6CB7745}">
      <dgm:prSet/>
      <dgm:spPr/>
      <dgm:t>
        <a:bodyPr/>
        <a:lstStyle/>
        <a:p>
          <a:r>
            <a:rPr lang="en-US"/>
            <a:t>Discovered Heroku can provide a MySQL database</a:t>
          </a:r>
        </a:p>
      </dgm:t>
    </dgm:pt>
    <dgm:pt modelId="{E5425710-5EA9-4A18-801C-36F144C030F0}" type="parTrans" cxnId="{D78DD8A3-D3CD-491E-A1F5-431F2896B6C3}">
      <dgm:prSet/>
      <dgm:spPr/>
      <dgm:t>
        <a:bodyPr/>
        <a:lstStyle/>
        <a:p>
          <a:endParaRPr lang="en-US"/>
        </a:p>
      </dgm:t>
    </dgm:pt>
    <dgm:pt modelId="{EDDE9090-DD87-4184-953F-0473E08A04E7}" type="sibTrans" cxnId="{D78DD8A3-D3CD-491E-A1F5-431F2896B6C3}">
      <dgm:prSet/>
      <dgm:spPr/>
      <dgm:t>
        <a:bodyPr/>
        <a:lstStyle/>
        <a:p>
          <a:endParaRPr lang="en-US"/>
        </a:p>
      </dgm:t>
    </dgm:pt>
    <dgm:pt modelId="{6A3DFF2D-4D98-4EAB-B1C7-5A97B32D9DD1}" type="pres">
      <dgm:prSet presAssocID="{A900EC06-500C-4F50-83F8-05B263F7B531}" presName="Name0" presStyleCnt="0">
        <dgm:presLayoutVars>
          <dgm:dir/>
          <dgm:animLvl val="lvl"/>
          <dgm:resizeHandles val="exact"/>
        </dgm:presLayoutVars>
      </dgm:prSet>
      <dgm:spPr/>
    </dgm:pt>
    <dgm:pt modelId="{6874344A-09FF-45C2-B20E-6CE630B8409C}" type="pres">
      <dgm:prSet presAssocID="{86A8663E-B877-4373-BC22-61656329F610}" presName="linNode" presStyleCnt="0"/>
      <dgm:spPr/>
    </dgm:pt>
    <dgm:pt modelId="{F4AD4B03-609D-4A45-BAC4-1548A31248EA}" type="pres">
      <dgm:prSet presAssocID="{86A8663E-B877-4373-BC22-61656329F61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4FAF85D-3DB0-4BD1-8675-A59B09AAD39E}" type="pres">
      <dgm:prSet presAssocID="{86A8663E-B877-4373-BC22-61656329F610}" presName="descendantText" presStyleLbl="alignAccFollowNode1" presStyleIdx="0" presStyleCnt="2">
        <dgm:presLayoutVars>
          <dgm:bulletEnabled val="1"/>
        </dgm:presLayoutVars>
      </dgm:prSet>
      <dgm:spPr/>
    </dgm:pt>
    <dgm:pt modelId="{EDB068A9-84A9-4EEF-A687-9B62DC01D44D}" type="pres">
      <dgm:prSet presAssocID="{8C09D2B7-FDB6-467C-BCE8-9B4CAFCFE00C}" presName="sp" presStyleCnt="0"/>
      <dgm:spPr/>
    </dgm:pt>
    <dgm:pt modelId="{23116165-F3C4-4311-A2F2-6ED09B7B4191}" type="pres">
      <dgm:prSet presAssocID="{52B7AC11-4B08-4724-8C7A-8E1E46BBFD8A}" presName="linNode" presStyleCnt="0"/>
      <dgm:spPr/>
    </dgm:pt>
    <dgm:pt modelId="{173AAFE0-C23F-4EBA-865F-3D741D46322B}" type="pres">
      <dgm:prSet presAssocID="{52B7AC11-4B08-4724-8C7A-8E1E46BBFD8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62DDD76C-A6ED-4D20-A217-52C66D44D5A3}" type="pres">
      <dgm:prSet presAssocID="{52B7AC11-4B08-4724-8C7A-8E1E46BBFD8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FBB3734-C9FB-4949-8DEF-40CE1ED1D755}" srcId="{A900EC06-500C-4F50-83F8-05B263F7B531}" destId="{86A8663E-B877-4373-BC22-61656329F610}" srcOrd="0" destOrd="0" parTransId="{E82C5C1A-0E27-4068-915F-BA3EB1EF66D9}" sibTransId="{8C09D2B7-FDB6-467C-BCE8-9B4CAFCFE00C}"/>
    <dgm:cxn modelId="{9521C94F-1899-40C5-AD68-6E6583A66D3E}" type="presOf" srcId="{52B7AC11-4B08-4724-8C7A-8E1E46BBFD8A}" destId="{173AAFE0-C23F-4EBA-865F-3D741D46322B}" srcOrd="0" destOrd="0" presId="urn:microsoft.com/office/officeart/2005/8/layout/vList5"/>
    <dgm:cxn modelId="{AB9E6151-34AF-42FF-8463-D70A4D99E2D7}" srcId="{A900EC06-500C-4F50-83F8-05B263F7B531}" destId="{52B7AC11-4B08-4724-8C7A-8E1E46BBFD8A}" srcOrd="1" destOrd="0" parTransId="{4FAB6FA8-0435-4A7C-8EF2-042C061014A2}" sibTransId="{D545B292-8850-4754-ADF4-B9EE33946C74}"/>
    <dgm:cxn modelId="{C5887C59-058F-4D22-824C-70D3B105DEC4}" type="presOf" srcId="{86A8663E-B877-4373-BC22-61656329F610}" destId="{F4AD4B03-609D-4A45-BAC4-1548A31248EA}" srcOrd="0" destOrd="0" presId="urn:microsoft.com/office/officeart/2005/8/layout/vList5"/>
    <dgm:cxn modelId="{89FDC67F-ECA4-4A45-A39F-F8EE5ABD6F0F}" srcId="{86A8663E-B877-4373-BC22-61656329F610}" destId="{FC3AE1FD-AC66-440E-8682-39C061A4546E}" srcOrd="0" destOrd="0" parTransId="{04F75762-8522-4616-8453-31D82A2D4F0B}" sibTransId="{A9337DA6-0E06-49F5-82FA-B44C921C0545}"/>
    <dgm:cxn modelId="{1D815D88-FD37-4017-9F52-3A4F484FFF99}" type="presOf" srcId="{B60BAB27-2EDB-46FC-AEDD-855B2FFA9121}" destId="{B4FAF85D-3DB0-4BD1-8675-A59B09AAD39E}" srcOrd="0" destOrd="1" presId="urn:microsoft.com/office/officeart/2005/8/layout/vList5"/>
    <dgm:cxn modelId="{D22EB88D-494D-4979-A073-5B0C5D892F5F}" type="presOf" srcId="{FC3AE1FD-AC66-440E-8682-39C061A4546E}" destId="{B4FAF85D-3DB0-4BD1-8675-A59B09AAD39E}" srcOrd="0" destOrd="0" presId="urn:microsoft.com/office/officeart/2005/8/layout/vList5"/>
    <dgm:cxn modelId="{D78DD8A3-D3CD-491E-A1F5-431F2896B6C3}" srcId="{52B7AC11-4B08-4724-8C7A-8E1E46BBFD8A}" destId="{528FD3BC-6465-4C92-A737-01D7B6CB7745}" srcOrd="1" destOrd="0" parTransId="{E5425710-5EA9-4A18-801C-36F144C030F0}" sibTransId="{EDDE9090-DD87-4184-953F-0473E08A04E7}"/>
    <dgm:cxn modelId="{95FFD2A9-9E60-45AB-82DA-F2860A85D1BC}" type="presOf" srcId="{56BD0C54-7449-46BE-87B7-6ED6712D236B}" destId="{62DDD76C-A6ED-4D20-A217-52C66D44D5A3}" srcOrd="0" destOrd="0" presId="urn:microsoft.com/office/officeart/2005/8/layout/vList5"/>
    <dgm:cxn modelId="{CAC5A7DA-265B-4648-A8DC-0716D6D09606}" srcId="{86A8663E-B877-4373-BC22-61656329F610}" destId="{B60BAB27-2EDB-46FC-AEDD-855B2FFA9121}" srcOrd="1" destOrd="0" parTransId="{1465E5BF-2880-45A0-9275-98FCE504D471}" sibTransId="{9D2FB011-55F5-44B9-888A-AEE4E2267A29}"/>
    <dgm:cxn modelId="{195B6ADF-17FF-4CB2-973E-4BFE1C19FD7A}" type="presOf" srcId="{528FD3BC-6465-4C92-A737-01D7B6CB7745}" destId="{62DDD76C-A6ED-4D20-A217-52C66D44D5A3}" srcOrd="0" destOrd="1" presId="urn:microsoft.com/office/officeart/2005/8/layout/vList5"/>
    <dgm:cxn modelId="{EFD466E1-6EEB-4640-9A3E-C8CEE0740C51}" type="presOf" srcId="{A900EC06-500C-4F50-83F8-05B263F7B531}" destId="{6A3DFF2D-4D98-4EAB-B1C7-5A97B32D9DD1}" srcOrd="0" destOrd="0" presId="urn:microsoft.com/office/officeart/2005/8/layout/vList5"/>
    <dgm:cxn modelId="{2B76EEF3-895F-4937-996B-3AA4C66147D2}" srcId="{52B7AC11-4B08-4724-8C7A-8E1E46BBFD8A}" destId="{56BD0C54-7449-46BE-87B7-6ED6712D236B}" srcOrd="0" destOrd="0" parTransId="{C8A506E2-D22E-4170-97AE-152FEB6B1AAD}" sibTransId="{3553B647-A368-4F0C-B1C0-60A11309B00E}"/>
    <dgm:cxn modelId="{EB0EDCAF-50E4-4F7F-8F84-9DB8A918A03D}" type="presParOf" srcId="{6A3DFF2D-4D98-4EAB-B1C7-5A97B32D9DD1}" destId="{6874344A-09FF-45C2-B20E-6CE630B8409C}" srcOrd="0" destOrd="0" presId="urn:microsoft.com/office/officeart/2005/8/layout/vList5"/>
    <dgm:cxn modelId="{4F4578B4-4EB9-4B13-8FB8-DE9AD88E562A}" type="presParOf" srcId="{6874344A-09FF-45C2-B20E-6CE630B8409C}" destId="{F4AD4B03-609D-4A45-BAC4-1548A31248EA}" srcOrd="0" destOrd="0" presId="urn:microsoft.com/office/officeart/2005/8/layout/vList5"/>
    <dgm:cxn modelId="{50CCF17D-EB39-40A0-8E29-D37D1129E635}" type="presParOf" srcId="{6874344A-09FF-45C2-B20E-6CE630B8409C}" destId="{B4FAF85D-3DB0-4BD1-8675-A59B09AAD39E}" srcOrd="1" destOrd="0" presId="urn:microsoft.com/office/officeart/2005/8/layout/vList5"/>
    <dgm:cxn modelId="{DA8844E2-42F7-44F2-8E2F-D7B4B9E894BA}" type="presParOf" srcId="{6A3DFF2D-4D98-4EAB-B1C7-5A97B32D9DD1}" destId="{EDB068A9-84A9-4EEF-A687-9B62DC01D44D}" srcOrd="1" destOrd="0" presId="urn:microsoft.com/office/officeart/2005/8/layout/vList5"/>
    <dgm:cxn modelId="{97274E49-771A-414C-8977-9714FE2D8777}" type="presParOf" srcId="{6A3DFF2D-4D98-4EAB-B1C7-5A97B32D9DD1}" destId="{23116165-F3C4-4311-A2F2-6ED09B7B4191}" srcOrd="2" destOrd="0" presId="urn:microsoft.com/office/officeart/2005/8/layout/vList5"/>
    <dgm:cxn modelId="{07766EF8-477F-4AFF-A19B-C79506E834FF}" type="presParOf" srcId="{23116165-F3C4-4311-A2F2-6ED09B7B4191}" destId="{173AAFE0-C23F-4EBA-865F-3D741D46322B}" srcOrd="0" destOrd="0" presId="urn:microsoft.com/office/officeart/2005/8/layout/vList5"/>
    <dgm:cxn modelId="{9E25BB4E-07E4-4A32-A3CB-AA025D91C261}" type="presParOf" srcId="{23116165-F3C4-4311-A2F2-6ED09B7B4191}" destId="{62DDD76C-A6ED-4D20-A217-52C66D44D5A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5A6541-A92E-40EA-AB4F-D37E9B74D37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3899917-59DA-4394-B402-623FBCEC19E9}">
      <dgm:prSet/>
      <dgm:spPr/>
      <dgm:t>
        <a:bodyPr/>
        <a:lstStyle/>
        <a:p>
          <a:r>
            <a:rPr lang="en-US"/>
            <a:t>Role-based access</a:t>
          </a:r>
        </a:p>
      </dgm:t>
    </dgm:pt>
    <dgm:pt modelId="{2DCE4334-FDD5-4BDD-A59D-39CA67617180}" type="parTrans" cxnId="{AFF94158-9F6A-4159-B5FB-97D9E78E76CF}">
      <dgm:prSet/>
      <dgm:spPr/>
      <dgm:t>
        <a:bodyPr/>
        <a:lstStyle/>
        <a:p>
          <a:endParaRPr lang="en-US"/>
        </a:p>
      </dgm:t>
    </dgm:pt>
    <dgm:pt modelId="{D039FC37-AC34-469D-BAFD-49B377BFB067}" type="sibTrans" cxnId="{AFF94158-9F6A-4159-B5FB-97D9E78E76C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19B62F9-C093-465E-AF96-907148A4FAFF}">
      <dgm:prSet/>
      <dgm:spPr/>
      <dgm:t>
        <a:bodyPr/>
        <a:lstStyle/>
        <a:p>
          <a:r>
            <a:rPr lang="en-US"/>
            <a:t>Current: Every token can access everything</a:t>
          </a:r>
        </a:p>
      </dgm:t>
    </dgm:pt>
    <dgm:pt modelId="{5343AB0E-CA21-4F71-B657-74A1320A16FD}" type="parTrans" cxnId="{121E5345-B15D-40E8-BEE8-59BF757FDABD}">
      <dgm:prSet/>
      <dgm:spPr/>
      <dgm:t>
        <a:bodyPr/>
        <a:lstStyle/>
        <a:p>
          <a:endParaRPr lang="en-US"/>
        </a:p>
      </dgm:t>
    </dgm:pt>
    <dgm:pt modelId="{8A74E132-6A72-4C31-94A5-1768350FB648}" type="sibTrans" cxnId="{121E5345-B15D-40E8-BEE8-59BF757FDABD}">
      <dgm:prSet/>
      <dgm:spPr/>
      <dgm:t>
        <a:bodyPr/>
        <a:lstStyle/>
        <a:p>
          <a:endParaRPr lang="en-US"/>
        </a:p>
      </dgm:t>
    </dgm:pt>
    <dgm:pt modelId="{28770448-4A04-4A8B-BC6E-1E4E03075423}">
      <dgm:prSet/>
      <dgm:spPr/>
      <dgm:t>
        <a:bodyPr/>
        <a:lstStyle/>
        <a:p>
          <a:r>
            <a:rPr lang="en-US"/>
            <a:t>Goal: Roles such as patient can only see their own records</a:t>
          </a:r>
        </a:p>
      </dgm:t>
    </dgm:pt>
    <dgm:pt modelId="{DCDF7DDB-E210-48C4-A242-EC692EAEB40B}" type="parTrans" cxnId="{F9399F21-CAC1-4D00-A595-31B986AD9E67}">
      <dgm:prSet/>
      <dgm:spPr/>
      <dgm:t>
        <a:bodyPr/>
        <a:lstStyle/>
        <a:p>
          <a:endParaRPr lang="en-US"/>
        </a:p>
      </dgm:t>
    </dgm:pt>
    <dgm:pt modelId="{029E3FAF-D175-4B43-BC15-B480ABD6404E}" type="sibTrans" cxnId="{F9399F21-CAC1-4D00-A595-31B986AD9E67}">
      <dgm:prSet/>
      <dgm:spPr/>
      <dgm:t>
        <a:bodyPr/>
        <a:lstStyle/>
        <a:p>
          <a:endParaRPr lang="en-US"/>
        </a:p>
      </dgm:t>
    </dgm:pt>
    <dgm:pt modelId="{6DEDD5F2-57AA-452F-BB92-1132659EC349}">
      <dgm:prSet/>
      <dgm:spPr/>
      <dgm:t>
        <a:bodyPr/>
        <a:lstStyle/>
        <a:p>
          <a:r>
            <a:rPr lang="en-US"/>
            <a:t>Appointment reminder notifications</a:t>
          </a:r>
        </a:p>
      </dgm:t>
    </dgm:pt>
    <dgm:pt modelId="{B972CB69-92C2-4DF5-A69B-332CA38B2C32}" type="parTrans" cxnId="{7B5E7CBA-B724-4EA2-B0EF-7C46AE08D22A}">
      <dgm:prSet/>
      <dgm:spPr/>
      <dgm:t>
        <a:bodyPr/>
        <a:lstStyle/>
        <a:p>
          <a:endParaRPr lang="en-US"/>
        </a:p>
      </dgm:t>
    </dgm:pt>
    <dgm:pt modelId="{1DE51AF8-D8F1-47AA-93D6-EF0385423854}" type="sibTrans" cxnId="{7B5E7CBA-B724-4EA2-B0EF-7C46AE08D22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4D88D82-CEE6-4EAD-8667-83D5CFDE907C}">
      <dgm:prSet/>
      <dgm:spPr/>
      <dgm:t>
        <a:bodyPr/>
        <a:lstStyle/>
        <a:p>
          <a:r>
            <a:rPr lang="en-US" dirty="0"/>
            <a:t>Use something like Twilio to send notifications when appointments get close</a:t>
          </a:r>
        </a:p>
      </dgm:t>
    </dgm:pt>
    <dgm:pt modelId="{C14875A8-9D15-4358-B325-C656AF5F36E1}" type="parTrans" cxnId="{04B4E9FD-4386-4E2D-A112-9F5F772B1DDE}">
      <dgm:prSet/>
      <dgm:spPr/>
      <dgm:t>
        <a:bodyPr/>
        <a:lstStyle/>
        <a:p>
          <a:endParaRPr lang="en-US"/>
        </a:p>
      </dgm:t>
    </dgm:pt>
    <dgm:pt modelId="{045D0331-BCBA-4B0B-90B8-F51CD6612993}" type="sibTrans" cxnId="{04B4E9FD-4386-4E2D-A112-9F5F772B1DDE}">
      <dgm:prSet/>
      <dgm:spPr/>
      <dgm:t>
        <a:bodyPr/>
        <a:lstStyle/>
        <a:p>
          <a:endParaRPr lang="en-US"/>
        </a:p>
      </dgm:t>
    </dgm:pt>
    <dgm:pt modelId="{3388710F-9D02-42FF-8EE5-05776200E094}">
      <dgm:prSet/>
      <dgm:spPr/>
      <dgm:t>
        <a:bodyPr/>
        <a:lstStyle/>
        <a:p>
          <a:r>
            <a:rPr lang="en-US" dirty="0"/>
            <a:t>Patient-facing frontend as a client</a:t>
          </a:r>
        </a:p>
      </dgm:t>
    </dgm:pt>
    <dgm:pt modelId="{A54EC88D-70CF-4C87-927D-E4475AE79732}" type="parTrans" cxnId="{9051959E-DC2D-495C-A909-E348F550F845}">
      <dgm:prSet/>
      <dgm:spPr/>
      <dgm:t>
        <a:bodyPr/>
        <a:lstStyle/>
        <a:p>
          <a:endParaRPr lang="en-US"/>
        </a:p>
      </dgm:t>
    </dgm:pt>
    <dgm:pt modelId="{CFAD22C7-AF46-43CE-A9C8-25D77AE2558C}" type="sibTrans" cxnId="{9051959E-DC2D-495C-A909-E348F550F84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310A36C-C056-4E2F-BD85-53A5535D97F1}" type="pres">
      <dgm:prSet presAssocID="{705A6541-A92E-40EA-AB4F-D37E9B74D37A}" presName="Name0" presStyleCnt="0">
        <dgm:presLayoutVars>
          <dgm:animLvl val="lvl"/>
          <dgm:resizeHandles val="exact"/>
        </dgm:presLayoutVars>
      </dgm:prSet>
      <dgm:spPr/>
    </dgm:pt>
    <dgm:pt modelId="{4A8DFC8F-8397-4D27-B639-BC14A2D85608}" type="pres">
      <dgm:prSet presAssocID="{13899917-59DA-4394-B402-623FBCEC19E9}" presName="compositeNode" presStyleCnt="0">
        <dgm:presLayoutVars>
          <dgm:bulletEnabled val="1"/>
        </dgm:presLayoutVars>
      </dgm:prSet>
      <dgm:spPr/>
    </dgm:pt>
    <dgm:pt modelId="{258641E2-0A94-4C7E-BC81-15AE0FD509B5}" type="pres">
      <dgm:prSet presAssocID="{13899917-59DA-4394-B402-623FBCEC19E9}" presName="bgRect" presStyleLbl="bgAccFollowNode1" presStyleIdx="0" presStyleCnt="3"/>
      <dgm:spPr/>
    </dgm:pt>
    <dgm:pt modelId="{7260610E-FC4E-4683-B85F-A32A23D66C3C}" type="pres">
      <dgm:prSet presAssocID="{D039FC37-AC34-469D-BAFD-49B377BFB06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E6BCA52-44B7-4EB0-BE34-5F27EA0363A2}" type="pres">
      <dgm:prSet presAssocID="{13899917-59DA-4394-B402-623FBCEC19E9}" presName="bottomLine" presStyleLbl="alignNode1" presStyleIdx="1" presStyleCnt="6">
        <dgm:presLayoutVars/>
      </dgm:prSet>
      <dgm:spPr/>
    </dgm:pt>
    <dgm:pt modelId="{DB4934D7-B218-489D-A2D8-81C8B16D069B}" type="pres">
      <dgm:prSet presAssocID="{13899917-59DA-4394-B402-623FBCEC19E9}" presName="nodeText" presStyleLbl="bgAccFollowNode1" presStyleIdx="0" presStyleCnt="3">
        <dgm:presLayoutVars>
          <dgm:bulletEnabled val="1"/>
        </dgm:presLayoutVars>
      </dgm:prSet>
      <dgm:spPr/>
    </dgm:pt>
    <dgm:pt modelId="{F9BCD640-78CB-4082-9227-9526861F9664}" type="pres">
      <dgm:prSet presAssocID="{D039FC37-AC34-469D-BAFD-49B377BFB067}" presName="sibTrans" presStyleCnt="0"/>
      <dgm:spPr/>
    </dgm:pt>
    <dgm:pt modelId="{F5C827FE-F796-4E8C-8EFF-D6AE98467C95}" type="pres">
      <dgm:prSet presAssocID="{6DEDD5F2-57AA-452F-BB92-1132659EC349}" presName="compositeNode" presStyleCnt="0">
        <dgm:presLayoutVars>
          <dgm:bulletEnabled val="1"/>
        </dgm:presLayoutVars>
      </dgm:prSet>
      <dgm:spPr/>
    </dgm:pt>
    <dgm:pt modelId="{7035510E-1D56-44F2-8DD0-433A3CFDDA5A}" type="pres">
      <dgm:prSet presAssocID="{6DEDD5F2-57AA-452F-BB92-1132659EC349}" presName="bgRect" presStyleLbl="bgAccFollowNode1" presStyleIdx="1" presStyleCnt="3"/>
      <dgm:spPr/>
    </dgm:pt>
    <dgm:pt modelId="{6F55971D-2C28-4BB2-BA44-D18390025F02}" type="pres">
      <dgm:prSet presAssocID="{1DE51AF8-D8F1-47AA-93D6-EF038542385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FB37540-0B50-4339-A427-ACBF631C1190}" type="pres">
      <dgm:prSet presAssocID="{6DEDD5F2-57AA-452F-BB92-1132659EC349}" presName="bottomLine" presStyleLbl="alignNode1" presStyleIdx="3" presStyleCnt="6">
        <dgm:presLayoutVars/>
      </dgm:prSet>
      <dgm:spPr/>
    </dgm:pt>
    <dgm:pt modelId="{55AF17D7-C20A-4C3A-BE6F-6BAEB2FE3854}" type="pres">
      <dgm:prSet presAssocID="{6DEDD5F2-57AA-452F-BB92-1132659EC349}" presName="nodeText" presStyleLbl="bgAccFollowNode1" presStyleIdx="1" presStyleCnt="3">
        <dgm:presLayoutVars>
          <dgm:bulletEnabled val="1"/>
        </dgm:presLayoutVars>
      </dgm:prSet>
      <dgm:spPr/>
    </dgm:pt>
    <dgm:pt modelId="{7EFCBD0D-25BE-437A-864D-DAF4B8574052}" type="pres">
      <dgm:prSet presAssocID="{1DE51AF8-D8F1-47AA-93D6-EF0385423854}" presName="sibTrans" presStyleCnt="0"/>
      <dgm:spPr/>
    </dgm:pt>
    <dgm:pt modelId="{EFC38763-C565-4361-9D2F-4D0B933A1774}" type="pres">
      <dgm:prSet presAssocID="{3388710F-9D02-42FF-8EE5-05776200E094}" presName="compositeNode" presStyleCnt="0">
        <dgm:presLayoutVars>
          <dgm:bulletEnabled val="1"/>
        </dgm:presLayoutVars>
      </dgm:prSet>
      <dgm:spPr/>
    </dgm:pt>
    <dgm:pt modelId="{F6899246-B3AE-466F-8694-1440A7737F9E}" type="pres">
      <dgm:prSet presAssocID="{3388710F-9D02-42FF-8EE5-05776200E094}" presName="bgRect" presStyleLbl="bgAccFollowNode1" presStyleIdx="2" presStyleCnt="3" custLinFactNeighborX="31166" custLinFactNeighborY="978"/>
      <dgm:spPr/>
    </dgm:pt>
    <dgm:pt modelId="{D96CC9BD-C401-4900-AD6A-ED244AC652BC}" type="pres">
      <dgm:prSet presAssocID="{CFAD22C7-AF46-43CE-A9C8-25D77AE2558C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799BCD6-8DF8-4168-A6FE-707DFD47015F}" type="pres">
      <dgm:prSet presAssocID="{3388710F-9D02-42FF-8EE5-05776200E094}" presName="bottomLine" presStyleLbl="alignNode1" presStyleIdx="5" presStyleCnt="6">
        <dgm:presLayoutVars/>
      </dgm:prSet>
      <dgm:spPr/>
    </dgm:pt>
    <dgm:pt modelId="{AE014529-44A1-4CDA-BEF7-0DDA789A1B5F}" type="pres">
      <dgm:prSet presAssocID="{3388710F-9D02-42FF-8EE5-05776200E09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971380A-A20F-490D-A95D-F7F8D9C691BA}" type="presOf" srcId="{13899917-59DA-4394-B402-623FBCEC19E9}" destId="{258641E2-0A94-4C7E-BC81-15AE0FD509B5}" srcOrd="0" destOrd="0" presId="urn:microsoft.com/office/officeart/2016/7/layout/BasicLinearProcessNumbered"/>
    <dgm:cxn modelId="{EEFA2A1B-3A6D-4B2D-B842-00C1BB9F052E}" type="presOf" srcId="{54D88D82-CEE6-4EAD-8667-83D5CFDE907C}" destId="{55AF17D7-C20A-4C3A-BE6F-6BAEB2FE3854}" srcOrd="0" destOrd="1" presId="urn:microsoft.com/office/officeart/2016/7/layout/BasicLinearProcessNumbered"/>
    <dgm:cxn modelId="{F9399F21-CAC1-4D00-A595-31B986AD9E67}" srcId="{13899917-59DA-4394-B402-623FBCEC19E9}" destId="{28770448-4A04-4A8B-BC6E-1E4E03075423}" srcOrd="1" destOrd="0" parTransId="{DCDF7DDB-E210-48C4-A242-EC692EAEB40B}" sibTransId="{029E3FAF-D175-4B43-BC15-B480ABD6404E}"/>
    <dgm:cxn modelId="{5F59292C-BF9B-4F46-9766-69480F2F24E4}" type="presOf" srcId="{1DE51AF8-D8F1-47AA-93D6-EF0385423854}" destId="{6F55971D-2C28-4BB2-BA44-D18390025F02}" srcOrd="0" destOrd="0" presId="urn:microsoft.com/office/officeart/2016/7/layout/BasicLinearProcessNumbered"/>
    <dgm:cxn modelId="{F0E5EA41-6B6A-4F42-94D0-737B230CAFC1}" type="presOf" srcId="{705A6541-A92E-40EA-AB4F-D37E9B74D37A}" destId="{4310A36C-C056-4E2F-BD85-53A5535D97F1}" srcOrd="0" destOrd="0" presId="urn:microsoft.com/office/officeart/2016/7/layout/BasicLinearProcessNumbered"/>
    <dgm:cxn modelId="{121E5345-B15D-40E8-BEE8-59BF757FDABD}" srcId="{13899917-59DA-4394-B402-623FBCEC19E9}" destId="{F19B62F9-C093-465E-AF96-907148A4FAFF}" srcOrd="0" destOrd="0" parTransId="{5343AB0E-CA21-4F71-B657-74A1320A16FD}" sibTransId="{8A74E132-6A72-4C31-94A5-1768350FB648}"/>
    <dgm:cxn modelId="{8B242146-C8EA-45C1-81B8-9301559E218D}" type="presOf" srcId="{13899917-59DA-4394-B402-623FBCEC19E9}" destId="{DB4934D7-B218-489D-A2D8-81C8B16D069B}" srcOrd="1" destOrd="0" presId="urn:microsoft.com/office/officeart/2016/7/layout/BasicLinearProcessNumbered"/>
    <dgm:cxn modelId="{5426D04F-EB13-405D-AE29-38B6BE7EEAC0}" type="presOf" srcId="{3388710F-9D02-42FF-8EE5-05776200E094}" destId="{AE014529-44A1-4CDA-BEF7-0DDA789A1B5F}" srcOrd="1" destOrd="0" presId="urn:microsoft.com/office/officeart/2016/7/layout/BasicLinearProcessNumbered"/>
    <dgm:cxn modelId="{A0EF9176-75DB-4287-B09A-2C51D3EAD002}" type="presOf" srcId="{D039FC37-AC34-469D-BAFD-49B377BFB067}" destId="{7260610E-FC4E-4683-B85F-A32A23D66C3C}" srcOrd="0" destOrd="0" presId="urn:microsoft.com/office/officeart/2016/7/layout/BasicLinearProcessNumbered"/>
    <dgm:cxn modelId="{AFF94158-9F6A-4159-B5FB-97D9E78E76CF}" srcId="{705A6541-A92E-40EA-AB4F-D37E9B74D37A}" destId="{13899917-59DA-4394-B402-623FBCEC19E9}" srcOrd="0" destOrd="0" parTransId="{2DCE4334-FDD5-4BDD-A59D-39CA67617180}" sibTransId="{D039FC37-AC34-469D-BAFD-49B377BFB067}"/>
    <dgm:cxn modelId="{FF612D79-73D6-40F6-8E22-4B44407DF5F4}" type="presOf" srcId="{F19B62F9-C093-465E-AF96-907148A4FAFF}" destId="{DB4934D7-B218-489D-A2D8-81C8B16D069B}" srcOrd="0" destOrd="1" presId="urn:microsoft.com/office/officeart/2016/7/layout/BasicLinearProcessNumbered"/>
    <dgm:cxn modelId="{0C75BF7F-312B-4AF9-B7A1-EE9AAAE746B5}" type="presOf" srcId="{CFAD22C7-AF46-43CE-A9C8-25D77AE2558C}" destId="{D96CC9BD-C401-4900-AD6A-ED244AC652BC}" srcOrd="0" destOrd="0" presId="urn:microsoft.com/office/officeart/2016/7/layout/BasicLinearProcessNumbered"/>
    <dgm:cxn modelId="{9051959E-DC2D-495C-A909-E348F550F845}" srcId="{705A6541-A92E-40EA-AB4F-D37E9B74D37A}" destId="{3388710F-9D02-42FF-8EE5-05776200E094}" srcOrd="2" destOrd="0" parTransId="{A54EC88D-70CF-4C87-927D-E4475AE79732}" sibTransId="{CFAD22C7-AF46-43CE-A9C8-25D77AE2558C}"/>
    <dgm:cxn modelId="{9364BBA8-396C-4F29-8982-E137F20EAB8C}" type="presOf" srcId="{3388710F-9D02-42FF-8EE5-05776200E094}" destId="{F6899246-B3AE-466F-8694-1440A7737F9E}" srcOrd="0" destOrd="0" presId="urn:microsoft.com/office/officeart/2016/7/layout/BasicLinearProcessNumbered"/>
    <dgm:cxn modelId="{7B5E7CBA-B724-4EA2-B0EF-7C46AE08D22A}" srcId="{705A6541-A92E-40EA-AB4F-D37E9B74D37A}" destId="{6DEDD5F2-57AA-452F-BB92-1132659EC349}" srcOrd="1" destOrd="0" parTransId="{B972CB69-92C2-4DF5-A69B-332CA38B2C32}" sibTransId="{1DE51AF8-D8F1-47AA-93D6-EF0385423854}"/>
    <dgm:cxn modelId="{8D7FB8D5-1C58-4BF0-A2E5-2F6A380724F9}" type="presOf" srcId="{6DEDD5F2-57AA-452F-BB92-1132659EC349}" destId="{7035510E-1D56-44F2-8DD0-433A3CFDDA5A}" srcOrd="0" destOrd="0" presId="urn:microsoft.com/office/officeart/2016/7/layout/BasicLinearProcessNumbered"/>
    <dgm:cxn modelId="{7CE739E0-9DE0-4B12-9CB7-5458842E342F}" type="presOf" srcId="{28770448-4A04-4A8B-BC6E-1E4E03075423}" destId="{DB4934D7-B218-489D-A2D8-81C8B16D069B}" srcOrd="0" destOrd="2" presId="urn:microsoft.com/office/officeart/2016/7/layout/BasicLinearProcessNumbered"/>
    <dgm:cxn modelId="{C6465BFC-4C18-42AC-9D65-633419E399FB}" type="presOf" srcId="{6DEDD5F2-57AA-452F-BB92-1132659EC349}" destId="{55AF17D7-C20A-4C3A-BE6F-6BAEB2FE3854}" srcOrd="1" destOrd="0" presId="urn:microsoft.com/office/officeart/2016/7/layout/BasicLinearProcessNumbered"/>
    <dgm:cxn modelId="{04B4E9FD-4386-4E2D-A112-9F5F772B1DDE}" srcId="{6DEDD5F2-57AA-452F-BB92-1132659EC349}" destId="{54D88D82-CEE6-4EAD-8667-83D5CFDE907C}" srcOrd="0" destOrd="0" parTransId="{C14875A8-9D15-4358-B325-C656AF5F36E1}" sibTransId="{045D0331-BCBA-4B0B-90B8-F51CD6612993}"/>
    <dgm:cxn modelId="{B9A84D24-D25F-4F1C-956F-9A139EFAA912}" type="presParOf" srcId="{4310A36C-C056-4E2F-BD85-53A5535D97F1}" destId="{4A8DFC8F-8397-4D27-B639-BC14A2D85608}" srcOrd="0" destOrd="0" presId="urn:microsoft.com/office/officeart/2016/7/layout/BasicLinearProcessNumbered"/>
    <dgm:cxn modelId="{AF1EECD3-A7F5-4EA0-A858-B45D63024BD2}" type="presParOf" srcId="{4A8DFC8F-8397-4D27-B639-BC14A2D85608}" destId="{258641E2-0A94-4C7E-BC81-15AE0FD509B5}" srcOrd="0" destOrd="0" presId="urn:microsoft.com/office/officeart/2016/7/layout/BasicLinearProcessNumbered"/>
    <dgm:cxn modelId="{C79B0191-F819-423E-BC64-A6EF71CC53FB}" type="presParOf" srcId="{4A8DFC8F-8397-4D27-B639-BC14A2D85608}" destId="{7260610E-FC4E-4683-B85F-A32A23D66C3C}" srcOrd="1" destOrd="0" presId="urn:microsoft.com/office/officeart/2016/7/layout/BasicLinearProcessNumbered"/>
    <dgm:cxn modelId="{6008E4CF-0DD2-464D-9380-81C9F1E35541}" type="presParOf" srcId="{4A8DFC8F-8397-4D27-B639-BC14A2D85608}" destId="{BE6BCA52-44B7-4EB0-BE34-5F27EA0363A2}" srcOrd="2" destOrd="0" presId="urn:microsoft.com/office/officeart/2016/7/layout/BasicLinearProcessNumbered"/>
    <dgm:cxn modelId="{954745DB-8BD6-44EC-8EC5-D2080E7F720F}" type="presParOf" srcId="{4A8DFC8F-8397-4D27-B639-BC14A2D85608}" destId="{DB4934D7-B218-489D-A2D8-81C8B16D069B}" srcOrd="3" destOrd="0" presId="urn:microsoft.com/office/officeart/2016/7/layout/BasicLinearProcessNumbered"/>
    <dgm:cxn modelId="{52A0D2D3-8691-4C13-A408-A9ECD8132293}" type="presParOf" srcId="{4310A36C-C056-4E2F-BD85-53A5535D97F1}" destId="{F9BCD640-78CB-4082-9227-9526861F9664}" srcOrd="1" destOrd="0" presId="urn:microsoft.com/office/officeart/2016/7/layout/BasicLinearProcessNumbered"/>
    <dgm:cxn modelId="{676BDA63-0EA4-4C4A-9CA5-A135452717F2}" type="presParOf" srcId="{4310A36C-C056-4E2F-BD85-53A5535D97F1}" destId="{F5C827FE-F796-4E8C-8EFF-D6AE98467C95}" srcOrd="2" destOrd="0" presId="urn:microsoft.com/office/officeart/2016/7/layout/BasicLinearProcessNumbered"/>
    <dgm:cxn modelId="{CDECF306-992D-452C-98E6-A19D6672F6FE}" type="presParOf" srcId="{F5C827FE-F796-4E8C-8EFF-D6AE98467C95}" destId="{7035510E-1D56-44F2-8DD0-433A3CFDDA5A}" srcOrd="0" destOrd="0" presId="urn:microsoft.com/office/officeart/2016/7/layout/BasicLinearProcessNumbered"/>
    <dgm:cxn modelId="{3B9F7048-A629-46D6-9458-1D7689BCB315}" type="presParOf" srcId="{F5C827FE-F796-4E8C-8EFF-D6AE98467C95}" destId="{6F55971D-2C28-4BB2-BA44-D18390025F02}" srcOrd="1" destOrd="0" presId="urn:microsoft.com/office/officeart/2016/7/layout/BasicLinearProcessNumbered"/>
    <dgm:cxn modelId="{33621EFD-440F-439A-8649-C04C64371ED9}" type="presParOf" srcId="{F5C827FE-F796-4E8C-8EFF-D6AE98467C95}" destId="{7FB37540-0B50-4339-A427-ACBF631C1190}" srcOrd="2" destOrd="0" presId="urn:microsoft.com/office/officeart/2016/7/layout/BasicLinearProcessNumbered"/>
    <dgm:cxn modelId="{02CF09D0-B37A-40FC-848B-CF822A212DFC}" type="presParOf" srcId="{F5C827FE-F796-4E8C-8EFF-D6AE98467C95}" destId="{55AF17D7-C20A-4C3A-BE6F-6BAEB2FE3854}" srcOrd="3" destOrd="0" presId="urn:microsoft.com/office/officeart/2016/7/layout/BasicLinearProcessNumbered"/>
    <dgm:cxn modelId="{5332E659-6631-41FD-BB66-C2AB5AAB5096}" type="presParOf" srcId="{4310A36C-C056-4E2F-BD85-53A5535D97F1}" destId="{7EFCBD0D-25BE-437A-864D-DAF4B8574052}" srcOrd="3" destOrd="0" presId="urn:microsoft.com/office/officeart/2016/7/layout/BasicLinearProcessNumbered"/>
    <dgm:cxn modelId="{219C1885-6D28-4715-AD21-A57409467CB1}" type="presParOf" srcId="{4310A36C-C056-4E2F-BD85-53A5535D97F1}" destId="{EFC38763-C565-4361-9D2F-4D0B933A1774}" srcOrd="4" destOrd="0" presId="urn:microsoft.com/office/officeart/2016/7/layout/BasicLinearProcessNumbered"/>
    <dgm:cxn modelId="{57DE3B3B-B6B2-462F-9A66-B9E795D8DE66}" type="presParOf" srcId="{EFC38763-C565-4361-9D2F-4D0B933A1774}" destId="{F6899246-B3AE-466F-8694-1440A7737F9E}" srcOrd="0" destOrd="0" presId="urn:microsoft.com/office/officeart/2016/7/layout/BasicLinearProcessNumbered"/>
    <dgm:cxn modelId="{C5F108F2-0F53-427F-8C1D-094B534085F0}" type="presParOf" srcId="{EFC38763-C565-4361-9D2F-4D0B933A1774}" destId="{D96CC9BD-C401-4900-AD6A-ED244AC652BC}" srcOrd="1" destOrd="0" presId="urn:microsoft.com/office/officeart/2016/7/layout/BasicLinearProcessNumbered"/>
    <dgm:cxn modelId="{D6BD38B3-4EAB-41AB-82F6-ABB13ECB143B}" type="presParOf" srcId="{EFC38763-C565-4361-9D2F-4D0B933A1774}" destId="{7799BCD6-8DF8-4168-A6FE-707DFD47015F}" srcOrd="2" destOrd="0" presId="urn:microsoft.com/office/officeart/2016/7/layout/BasicLinearProcessNumbered"/>
    <dgm:cxn modelId="{F8A94660-5233-4CE7-ADF9-152AF79BF9AD}" type="presParOf" srcId="{EFC38763-C565-4361-9D2F-4D0B933A1774}" destId="{AE014529-44A1-4CDA-BEF7-0DDA789A1B5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300E3-2714-4D03-8DBE-C1BBBDE64564}">
      <dsp:nvSpPr>
        <dsp:cNvPr id="0" name=""/>
        <dsp:cNvSpPr/>
      </dsp:nvSpPr>
      <dsp:spPr>
        <a:xfrm>
          <a:off x="53" y="41038"/>
          <a:ext cx="5089169" cy="1180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Daniel Huynh</a:t>
          </a:r>
        </a:p>
      </dsp:txBody>
      <dsp:txXfrm>
        <a:off x="53" y="41038"/>
        <a:ext cx="5089169" cy="1180800"/>
      </dsp:txXfrm>
    </dsp:sp>
    <dsp:sp modelId="{20777427-633E-4F12-84BA-BAE68C03AB24}">
      <dsp:nvSpPr>
        <dsp:cNvPr id="0" name=""/>
        <dsp:cNvSpPr/>
      </dsp:nvSpPr>
      <dsp:spPr>
        <a:xfrm>
          <a:off x="53" y="1221838"/>
          <a:ext cx="5089169" cy="24759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Database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Security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Deployment</a:t>
          </a:r>
        </a:p>
      </dsp:txBody>
      <dsp:txXfrm>
        <a:off x="53" y="1221838"/>
        <a:ext cx="5089169" cy="2475990"/>
      </dsp:txXfrm>
    </dsp:sp>
    <dsp:sp modelId="{A9FA5131-A9F6-4D1D-B1F4-9ABD885F8275}">
      <dsp:nvSpPr>
        <dsp:cNvPr id="0" name=""/>
        <dsp:cNvSpPr/>
      </dsp:nvSpPr>
      <dsp:spPr>
        <a:xfrm>
          <a:off x="5801706" y="41038"/>
          <a:ext cx="5089169" cy="1180800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592" tIns="166624" rIns="291592" bIns="16662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Jack McGowan</a:t>
          </a:r>
        </a:p>
      </dsp:txBody>
      <dsp:txXfrm>
        <a:off x="5801706" y="41038"/>
        <a:ext cx="5089169" cy="1180800"/>
      </dsp:txXfrm>
    </dsp:sp>
    <dsp:sp modelId="{E6957E8F-0E16-40FF-9FAA-8FF2E91D22D5}">
      <dsp:nvSpPr>
        <dsp:cNvPr id="0" name=""/>
        <dsp:cNvSpPr/>
      </dsp:nvSpPr>
      <dsp:spPr>
        <a:xfrm>
          <a:off x="5801706" y="1221838"/>
          <a:ext cx="5089169" cy="2475990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694" tIns="218694" rIns="291592" bIns="328041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Business Logic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100" kern="1200"/>
            <a:t>External Integration</a:t>
          </a:r>
        </a:p>
      </dsp:txBody>
      <dsp:txXfrm>
        <a:off x="5801706" y="1221838"/>
        <a:ext cx="5089169" cy="2475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AF85D-3DB0-4BD1-8675-A59B09AAD39E}">
      <dsp:nvSpPr>
        <dsp:cNvPr id="0" name=""/>
        <dsp:cNvSpPr/>
      </dsp:nvSpPr>
      <dsp:spPr>
        <a:xfrm rot="5400000">
          <a:off x="6676314" y="-2573154"/>
          <a:ext cx="1459034" cy="697019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Could have belonged under patients or clinics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Neither felt correct so went with top-level resource</a:t>
          </a:r>
        </a:p>
      </dsp:txBody>
      <dsp:txXfrm rot="-5400000">
        <a:off x="3920734" y="253650"/>
        <a:ext cx="6898970" cy="1316586"/>
      </dsp:txXfrm>
    </dsp:sp>
    <dsp:sp modelId="{F4AD4B03-609D-4A45-BAC4-1548A31248EA}">
      <dsp:nvSpPr>
        <dsp:cNvPr id="0" name=""/>
        <dsp:cNvSpPr/>
      </dsp:nvSpPr>
      <dsp:spPr>
        <a:xfrm>
          <a:off x="0" y="45"/>
          <a:ext cx="3920734" cy="18237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Appointment resource placement</a:t>
          </a:r>
        </a:p>
      </dsp:txBody>
      <dsp:txXfrm>
        <a:off x="89030" y="89075"/>
        <a:ext cx="3742674" cy="1645733"/>
      </dsp:txXfrm>
    </dsp:sp>
    <dsp:sp modelId="{62DDD76C-A6ED-4D20-A217-52C66D44D5A3}">
      <dsp:nvSpPr>
        <dsp:cNvPr id="0" name=""/>
        <dsp:cNvSpPr/>
      </dsp:nvSpPr>
      <dsp:spPr>
        <a:xfrm rot="5400000">
          <a:off x="6676314" y="-658171"/>
          <a:ext cx="1459034" cy="6970194"/>
        </a:xfrm>
        <a:prstGeom prst="round2Same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Didn’t go over in class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Discovered Heroku can provide a MySQL database</a:t>
          </a:r>
        </a:p>
      </dsp:txBody>
      <dsp:txXfrm rot="-5400000">
        <a:off x="3920734" y="2168633"/>
        <a:ext cx="6898970" cy="1316586"/>
      </dsp:txXfrm>
    </dsp:sp>
    <dsp:sp modelId="{173AAFE0-C23F-4EBA-865F-3D741D46322B}">
      <dsp:nvSpPr>
        <dsp:cNvPr id="0" name=""/>
        <dsp:cNvSpPr/>
      </dsp:nvSpPr>
      <dsp:spPr>
        <a:xfrm>
          <a:off x="0" y="1915028"/>
          <a:ext cx="3920734" cy="1823793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Deploying a database</a:t>
          </a:r>
        </a:p>
      </dsp:txBody>
      <dsp:txXfrm>
        <a:off x="89030" y="2004058"/>
        <a:ext cx="3742674" cy="16457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641E2-0A94-4C7E-BC81-15AE0FD509B5}">
      <dsp:nvSpPr>
        <dsp:cNvPr id="0" name=""/>
        <dsp:cNvSpPr/>
      </dsp:nvSpPr>
      <dsp:spPr>
        <a:xfrm>
          <a:off x="0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Role-based access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Current: Every token can access everything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Goal: Roles such as patient can only see their own records</a:t>
          </a:r>
        </a:p>
      </dsp:txBody>
      <dsp:txXfrm>
        <a:off x="0" y="1420769"/>
        <a:ext cx="3403415" cy="2243320"/>
      </dsp:txXfrm>
    </dsp:sp>
    <dsp:sp modelId="{7260610E-FC4E-4683-B85F-A32A23D66C3C}">
      <dsp:nvSpPr>
        <dsp:cNvPr id="0" name=""/>
        <dsp:cNvSpPr/>
      </dsp:nvSpPr>
      <dsp:spPr>
        <a:xfrm>
          <a:off x="1140877" y="373886"/>
          <a:ext cx="1121660" cy="112166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05140" y="538149"/>
        <a:ext cx="793134" cy="793134"/>
      </dsp:txXfrm>
    </dsp:sp>
    <dsp:sp modelId="{BE6BCA52-44B7-4EB0-BE34-5F27EA0363A2}">
      <dsp:nvSpPr>
        <dsp:cNvPr id="0" name=""/>
        <dsp:cNvSpPr/>
      </dsp:nvSpPr>
      <dsp:spPr>
        <a:xfrm>
          <a:off x="0" y="3738796"/>
          <a:ext cx="3403415" cy="72"/>
        </a:xfrm>
        <a:prstGeom prst="rect">
          <a:avLst/>
        </a:prstGeom>
        <a:solidFill>
          <a:schemeClr val="accent2">
            <a:hueOff val="1414419"/>
            <a:satOff val="-5328"/>
            <a:lumOff val="4471"/>
            <a:alphaOff val="0"/>
          </a:schemeClr>
        </a:solidFill>
        <a:ln w="12700" cap="flat" cmpd="sng" algn="ctr">
          <a:solidFill>
            <a:schemeClr val="accent2">
              <a:hueOff val="1414419"/>
              <a:satOff val="-5328"/>
              <a:lumOff val="4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5510E-1D56-44F2-8DD0-433A3CFDDA5A}">
      <dsp:nvSpPr>
        <dsp:cNvPr id="0" name=""/>
        <dsp:cNvSpPr/>
      </dsp:nvSpPr>
      <dsp:spPr>
        <a:xfrm>
          <a:off x="3743756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Appointment reminder notifications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 something like Twilio to send notifications when appointments get close</a:t>
          </a:r>
        </a:p>
      </dsp:txBody>
      <dsp:txXfrm>
        <a:off x="3743756" y="1420769"/>
        <a:ext cx="3403415" cy="2243320"/>
      </dsp:txXfrm>
    </dsp:sp>
    <dsp:sp modelId="{6F55971D-2C28-4BB2-BA44-D18390025F02}">
      <dsp:nvSpPr>
        <dsp:cNvPr id="0" name=""/>
        <dsp:cNvSpPr/>
      </dsp:nvSpPr>
      <dsp:spPr>
        <a:xfrm>
          <a:off x="4884634" y="373886"/>
          <a:ext cx="1121660" cy="1121660"/>
        </a:xfrm>
        <a:prstGeom prst="ellipse">
          <a:avLst/>
        </a:prstGeom>
        <a:solidFill>
          <a:schemeClr val="accent2">
            <a:hueOff val="2828839"/>
            <a:satOff val="-10655"/>
            <a:lumOff val="8941"/>
            <a:alphaOff val="0"/>
          </a:schemeClr>
        </a:solidFill>
        <a:ln w="12700" cap="flat" cmpd="sng" algn="ctr">
          <a:solidFill>
            <a:schemeClr val="accent2">
              <a:hueOff val="2828839"/>
              <a:satOff val="-10655"/>
              <a:lumOff val="8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48897" y="538149"/>
        <a:ext cx="793134" cy="793134"/>
      </dsp:txXfrm>
    </dsp:sp>
    <dsp:sp modelId="{7FB37540-0B50-4339-A427-ACBF631C1190}">
      <dsp:nvSpPr>
        <dsp:cNvPr id="0" name=""/>
        <dsp:cNvSpPr/>
      </dsp:nvSpPr>
      <dsp:spPr>
        <a:xfrm>
          <a:off x="3743756" y="3738796"/>
          <a:ext cx="3403415" cy="72"/>
        </a:xfrm>
        <a:prstGeom prst="rect">
          <a:avLst/>
        </a:prstGeom>
        <a:solidFill>
          <a:schemeClr val="accent2">
            <a:hueOff val="4243259"/>
            <a:satOff val="-15983"/>
            <a:lumOff val="13412"/>
            <a:alphaOff val="0"/>
          </a:schemeClr>
        </a:solidFill>
        <a:ln w="12700" cap="flat" cmpd="sng" algn="ctr">
          <a:solidFill>
            <a:schemeClr val="accent2">
              <a:hueOff val="4243259"/>
              <a:satOff val="-15983"/>
              <a:lumOff val="13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99246-B3AE-466F-8694-1440A7737F9E}">
      <dsp:nvSpPr>
        <dsp:cNvPr id="0" name=""/>
        <dsp:cNvSpPr/>
      </dsp:nvSpPr>
      <dsp:spPr>
        <a:xfrm>
          <a:off x="7487513" y="0"/>
          <a:ext cx="3403415" cy="3738868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343" tIns="330200" rIns="26534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Patient-facing frontend as a client</a:t>
          </a:r>
        </a:p>
      </dsp:txBody>
      <dsp:txXfrm>
        <a:off x="7487513" y="1420769"/>
        <a:ext cx="3403415" cy="2243320"/>
      </dsp:txXfrm>
    </dsp:sp>
    <dsp:sp modelId="{D96CC9BD-C401-4900-AD6A-ED244AC652BC}">
      <dsp:nvSpPr>
        <dsp:cNvPr id="0" name=""/>
        <dsp:cNvSpPr/>
      </dsp:nvSpPr>
      <dsp:spPr>
        <a:xfrm>
          <a:off x="8628391" y="373886"/>
          <a:ext cx="1121660" cy="1121660"/>
        </a:xfrm>
        <a:prstGeom prst="ellipse">
          <a:avLst/>
        </a:prstGeom>
        <a:solidFill>
          <a:schemeClr val="accent2">
            <a:hueOff val="5657678"/>
            <a:satOff val="-21310"/>
            <a:lumOff val="17882"/>
            <a:alphaOff val="0"/>
          </a:schemeClr>
        </a:solidFill>
        <a:ln w="12700" cap="flat" cmpd="sng" algn="ctr">
          <a:solidFill>
            <a:schemeClr val="accent2">
              <a:hueOff val="5657678"/>
              <a:satOff val="-21310"/>
              <a:lumOff val="17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449" tIns="12700" rIns="8744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92654" y="538149"/>
        <a:ext cx="793134" cy="793134"/>
      </dsp:txXfrm>
    </dsp:sp>
    <dsp:sp modelId="{7799BCD6-8DF8-4168-A6FE-707DFD47015F}">
      <dsp:nvSpPr>
        <dsp:cNvPr id="0" name=""/>
        <dsp:cNvSpPr/>
      </dsp:nvSpPr>
      <dsp:spPr>
        <a:xfrm>
          <a:off x="7487513" y="3738796"/>
          <a:ext cx="3403415" cy="72"/>
        </a:xfrm>
        <a:prstGeom prst="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3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887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5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1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7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4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8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8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91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96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78985-1E31-8C5D-C509-EDAF4DAF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30" b="16814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D7B9-99FA-1C28-D452-89AE87F2F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rmAutofit/>
          </a:bodyPr>
          <a:lstStyle/>
          <a:p>
            <a:r>
              <a:rPr lang="en-US" sz="4800"/>
              <a:t>Health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13425-130D-3C48-75C8-4811DB497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8" y="3514725"/>
            <a:ext cx="3816351" cy="174872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789 Final Project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Clients: Bill McCrury &amp; Justin Loi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Contractors: Daniel Huynh &amp; Jack McGowan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862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FA6F5-6F15-7E2D-5393-93E79A3CC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Group Members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231E4F-0036-CEC3-5837-2E7285550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367817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454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5456-9B23-ED9D-691D-0BE3E42F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3351-3F9F-D035-8121-D8117BF79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built a Patient Appointment and Vaccination Portal. It is a RESTful web service that lets healthcare providers manage patients, schedule clinic appointments, and track immunization records in one place. Patients can be registered, their vaccination history recorded for COVID-19, flu, MMR, and Hepatitis B, and appointments booked at real clinics discovered through live geographic search. The entire API is secure with JWT authentication, documented interactively via Swagger, and deployed on a public cloud so any authorized consumer can use it today.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E4CD75-433A-C104-082A-BFFFEB024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555" y="4981373"/>
            <a:ext cx="8943975" cy="16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8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8E96C-2F74-E826-753D-74930762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API Design</a:t>
            </a:r>
            <a:endParaRPr lang="en-US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002244-1C7F-F1B4-96B7-276AC8FF5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309" y="1916766"/>
            <a:ext cx="8242196" cy="377080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24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C08E-5584-1A1F-A4EF-EB4BF14A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CE37-CA63-2D27-1307-DC600347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Component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27C84-CBA6-44B3-65D5-9B60403CD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16" y="699437"/>
            <a:ext cx="6597131" cy="545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90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E03D2-D52A-DC90-248D-6CF0ABF6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Layers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DBFE4-C15D-F517-3A58-33D5DEC3E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2448"/>
            <a:ext cx="3844928" cy="671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8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33C3-9BEC-40F0-297A-9F858840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HATEOAS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F2004-F5EF-05AE-3312-101B6F722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8422" y="447675"/>
            <a:ext cx="4909370" cy="5812156"/>
          </a:xfrm>
          <a:prstGeom prst="rect">
            <a:avLst/>
          </a:prstGeom>
        </p:spPr>
      </p:pic>
      <p:pic>
        <p:nvPicPr>
          <p:cNvPr id="1026" name="Picture 2" descr="Richardson Maturity Model">
            <a:extLst>
              <a:ext uri="{FF2B5EF4-FFF2-40B4-BE49-F238E27FC236}">
                <a16:creationId xmlns:a16="http://schemas.microsoft.com/office/drawing/2014/main" id="{9E3A05D3-AB11-19AB-C99A-0724A3C13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95" y="2468881"/>
            <a:ext cx="6257111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97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78E5-85AD-3133-006A-F9221CB4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en-US"/>
              <a:t>Security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461B507-3FAF-7BB0-58EE-D76D88870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JWT tokens</a:t>
            </a:r>
          </a:p>
          <a:p>
            <a:r>
              <a:rPr lang="en-US" dirty="0"/>
              <a:t>Get a token via /auth/login endpoint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9A12AA-96E9-CC77-13BA-176D1B1CB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71" y="933571"/>
            <a:ext cx="6362803" cy="499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5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0EDD0-81B0-5764-8AC9-4256DE5B2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442" y="4474103"/>
            <a:ext cx="7031117" cy="933905"/>
          </a:xfrm>
        </p:spPr>
        <p:txBody>
          <a:bodyPr anchor="b">
            <a:normAutofit/>
          </a:bodyPr>
          <a:lstStyle/>
          <a:p>
            <a:pPr algn="ctr"/>
            <a:r>
              <a:rPr lang="en-US" sz="4400"/>
              <a:t>Demo Time</a:t>
            </a:r>
          </a:p>
        </p:txBody>
      </p:sp>
      <p:pic>
        <p:nvPicPr>
          <p:cNvPr id="8" name="Graphic 7" descr="Stopwatch">
            <a:extLst>
              <a:ext uri="{FF2B5EF4-FFF2-40B4-BE49-F238E27FC236}">
                <a16:creationId xmlns:a16="http://schemas.microsoft.com/office/drawing/2014/main" id="{14519B87-ED29-7814-2102-6C22970D1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6210" y="409300"/>
            <a:ext cx="3899580" cy="389958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588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D0253-78A6-BF03-AA33-E52A13DC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Challenges &amp; Issues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5F0705-F611-CE37-F749-BF06F184D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769880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979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86188-3D56-DA4C-50FE-6ABE552B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56F496-CB02-3DE6-F11A-41A95ABC11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55438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75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768383-E7BE-DAD8-C833-A9BA2A0A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Appendix A: Relationship Diagram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6BD099-545F-334A-012E-2AF887B72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6" y="168518"/>
            <a:ext cx="3195270" cy="652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108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236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Grandview Display</vt:lpstr>
      <vt:lpstr>DashVTI</vt:lpstr>
      <vt:lpstr>Health Portal</vt:lpstr>
      <vt:lpstr>Group Members</vt:lpstr>
      <vt:lpstr>Elevator Pitch</vt:lpstr>
      <vt:lpstr>API Design</vt:lpstr>
      <vt:lpstr>Component Map</vt:lpstr>
      <vt:lpstr>Component Layers</vt:lpstr>
      <vt:lpstr>HATEOAS</vt:lpstr>
      <vt:lpstr>Security</vt:lpstr>
      <vt:lpstr>Demo Time</vt:lpstr>
      <vt:lpstr>Challenges &amp; Issues</vt:lpstr>
      <vt:lpstr>Next Steps</vt:lpstr>
      <vt:lpstr>Appendix A: Relationship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McGowan</dc:creator>
  <cp:lastModifiedBy>Jack McGowan</cp:lastModifiedBy>
  <cp:revision>3</cp:revision>
  <dcterms:created xsi:type="dcterms:W3CDTF">2026-05-05T19:09:22Z</dcterms:created>
  <dcterms:modified xsi:type="dcterms:W3CDTF">2026-05-05T21:55:48Z</dcterms:modified>
</cp:coreProperties>
</file>